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表紙・概要" id="{1e25488c-6246-a698-9389-e59b5c8b8471}">
          <p14:sldIdLst>
            <p14:sldId id="256"/>
            <p14:sldId id="257"/>
            <p14:sldId id="258"/>
            <p14:sldId id="259"/>
          </p14:sldIdLst>
        </p14:section>
        <p14:section name="商品紹介" id="{871fb5ec-4c9d-4f3a-e28a-16fce6f3e55f}">
          <p14:sldIdLst>
            <p14:sldId id="260"/>
            <p14:sldId id="261"/>
            <p14:sldId id="262"/>
            <p14:sldId id="263"/>
            <p14:sldId id="264"/>
          </p14:sldIdLst>
        </p14:section>
        <p14:section name="知識系" id="{1b5e9866-616e-9c67-3162-7c51614d4c02}">
          <p14:sldIdLst>
            <p14:sldId id="265"/>
          </p14:sldIdLst>
        </p14:section>
        <p14:section name="進行・まとめ" id="{f8f16b9b-854b-9180-9772-7aa891089af4}">
          <p14:sldIdLst>
            <p14:sldId id="266"/>
            <p14:sldId id="267"/>
          </p14:sldIdLst>
        </p14:section>
        <p14:section name="企画候補" id="{898dd0ba-0cb9-cea4-c8aa-0c232b21a185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BigBlue 全固体モバイルバッテリー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SNS動画企画プレゼンテーション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Instagramリール／YouTubeショート　全5企画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企画概要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プロジェクト名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96012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BigBlue 全固体モバイルバッテリー（PF8／PF10／PF20／PF15）SNS動画施策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ターゲット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011680" y="132588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毎日スマホを持ち歩く20〜40代、ノートPCを持ち歩く社会人、旅行・防災意識の高い家族層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916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目的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169164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商品認知の拡大、DM経由のECサイト送客・購入、「全固体＝安全」のブランド想起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0574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動画企画本数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011680" y="2057400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全5企画（商品紹介×4／知識系×1）＋巻末に企画候補4本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42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主なポイント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4機種それぞれの「いちばんの推し」を1本1メッセージで描き分ける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15秒前後のテンポ重視リールで「欲しい」を一瞬でつくる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コメント→自動DMで商品URLを届け、購入までの導線を最短に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知識系で「全固体＝発火リスクを低減」という独自価値を伝える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✓ 前回の企画は巻末に「候補」として残し、反応を見て追加・差し替え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動画企画一覧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①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PF8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名刺サイズ×マグネットのワイヤレス充電を本音トーンで紹介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尺：約15秒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6928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39696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9424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249424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49424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PF10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249424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ケーブル内蔵で「ケーブル忘れても大丈夫」な毎日の1台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249424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尺：約15秒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9424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49424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22192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③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931920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PF20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旅行・家族・防災。20000mAhで最大4台同時充電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931920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尺：15〜20秒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31920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31920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04688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14416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④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5614416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商品紹介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614416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PF15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14416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ノートPCも充電できる65W出力と薄型アルミボディ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14416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尺：15〜20秒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14416" y="4050792"/>
            <a:ext cx="1316736" cy="384048"/>
          </a:xfrm>
          <a:prstGeom prst="roundRect">
            <a:avLst>
              <a:gd name="adj" fmla="val 1904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614416" y="405079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自動DMで商品URL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187184" y="960120"/>
            <a:ext cx="1536192" cy="361188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296912" y="106984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⑤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7296912" y="1527048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知識系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296912" y="1801368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全固体って何？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296912" y="2331720"/>
            <a:ext cx="13167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従来品との違いを図解し、4機種共通の価値を“知識”として届ける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7296912" y="37490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尺：30〜45秒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紹介する商品：BigBlue 全固体モバイルバッテリー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PF8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097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¥7,980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8,000mAh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745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名刺サイズ・約170g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マグネット式ワイヤレス＋USB-Cで2台同時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3色展開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9748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PF10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097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¥8,980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10,000mAh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18745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USB-Cケーブル2本内蔵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最大4台同時充電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残量を％で表示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PF20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097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¥9,980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20,000mAh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8745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USB-Cケーブル2本内蔵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最大4台同時充電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旅行・防災備蓄に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66560" y="914400"/>
            <a:ext cx="1920240" cy="260604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03720" y="1051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PF15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09728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価格未定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15,000mAh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187452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USB-C最大65W出力でノートPCにも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厚さ約11.2mm・アルミ素材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chemeClr val="tx1"/>
                </a:solidFill>
              </a:rPr>
              <a:t>液晶に残量・残り時間・W表示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全モデル共通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959352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" y="39593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全固体電池で発火リスクを低減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0" y="3959352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15184" y="39593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過充電・過放電などの保護機能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59352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9593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メーカー保証2年（24ヶ月）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3959352"/>
            <a:ext cx="192024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21424" y="39593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日本語サポート・国内拠点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537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出典：BigBlue公式サイト（価格は税込・掲載時点）、PF15は取扱説明書（2026/9/28版）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① PF8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尺：約15秒｜テーマ：名刺サイズ×マグネットで「持っているのを忘れる」モバイルバッテリー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参考：@minchi_pooh（一人称の本音トーン＋キャプションに商品詳細を箇条書き）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撮影の流れ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9264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あるある悩み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「モバイルバッテリー、重いし発火ニュースも怖い…」と本音でつぶやく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2363724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88336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88336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90672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ピタッと装着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706624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スマホ背面にPF8をマグネット装着。名刺と並べてサイズ感を見せる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4485132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0016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9744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特長テロップ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全固体で安心／ワイヤレス＋有線で2台同時／3色展開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6606540" y="23500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21424" y="1691640"/>
            <a:ext cx="1874520" cy="14630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31152" y="18013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31152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333488" y="180136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2203704"/>
            <a:ext cx="16184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「欲しい人はコメントで『PF8』って送ってね」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重要ポイント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5844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キャプションに容量・価格・カラー・購入方法を箇条書きで記載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冒頭2秒で「小ささ」が伝わるカットから入る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コメントで「PF8」と送ると、商品URLをDMで自動送信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（しくみはP.9）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② PF10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尺：約15秒｜テーマ：ケーブルを忘れても大丈夫。毎日カバンに入れる「ちょうどいい1台」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参考：@changeguardjp（短尺で機能を3点に絞り、キャプションは絵文字＋1行で訴求）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00:00〜00:02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69164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フック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9164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「充電ケーブル忘れた…」→「大丈夫、本体に入ってる」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2140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00:02〜00:06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121408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内蔵ケーブル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21408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背面から2本を引き出す→使い終わったらカチッと収納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5117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00:06〜00:10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551176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同時充電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551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自分のスマホと友だちのスマホを並べて同時に充電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98094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00:10〜00:13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980944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見える安心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980944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残量の％表示をアップ＋「全固体電池で発火リスクを低減」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1071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00:13〜00:15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410712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41071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「¥8,980。欲しい人はコメントで『PF10』」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コメントで「PF10」と送ると、商品URLをDMで自動送信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（しくみはP.9）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③ PF20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尺：15〜20秒｜テーマ：旅行も家族も防災も、20000mAhのこれ1台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構成：フック「旅行の充電器、何個持っていく？」→ 3シーンを連続カットで見せる → 価格 → CTA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276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旅行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2402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新幹線・ホテルで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6060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スマホ・タブレット・イヤホンを内蔵ケーブル＋ポートで同時に充電。荷物は本体1つだけ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46304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38144" y="16276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38144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05072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家族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22402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リビングで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38144" y="26060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家族4人のスマホを一気に充電。充電器の取り合いがなくなる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1463040"/>
            <a:ext cx="2596896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1627632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6276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防災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240280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防災リュックから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606040"/>
            <a:ext cx="2267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入れっぱなしでも電池が減りにくい（自己放電1%未満／月）。停電時も家族のスマホをカバー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コメントで「PF20」と送ると、商品URLをDMで自動送信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（しくみはP.9）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④ PF15 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尺：15〜20秒｜テーマ：ノートPCまで充電できる、薄型アルミの全固体バッテリー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17957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65W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USB-C出力　ノートPCも充電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0" y="11430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17957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15,000mAh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54Wh・全固体電池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17957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約11.2mm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薄型・アルミ素材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66560" y="1143000"/>
            <a:ext cx="1920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179576"/>
            <a:ext cx="17373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1,000回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6093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サイクル寿命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029968"/>
            <a:ext cx="8229600" cy="365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029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00:00〜00:03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0299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フック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0299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カフェでPCの残量が少ない…→カバンから薄いPF15を取り出す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00:03〜00:08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39572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65WでPC充電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566160" y="23957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ノートPCにつなぐと液晶に「Out 65W」が表示される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7614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00:08〜00:12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276148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液晶で見える化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27614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残量％・残り時間・入出力Wをアップで見せる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4360" y="3127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00:12〜00:15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96596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パススルー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56616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本体を充電しながらスマホにも給電。イヤホンは低電流モードで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493008"/>
            <a:ext cx="8229600" cy="365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00:15〜00:18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965960" y="34930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566160" y="34930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「仕事用の1台に。コメントで『PF15』」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39044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※仕様は取扱説明書（2026/9/28版）より。価格・発売日が決まりしだい追記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コメントで「PF15」と送ると、商品URLをDMで自動送信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（しくみはP.9）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①〜④ 共通：コメント→自動DMで商品URLを送るしくみ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動画を見た「欲しい」の熱量が冷める前に、購入ページへ直接案内する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動画の最後とキャプションで「コメントで『PF8』と送ってね」と案内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363724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78608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88336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88336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90672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コメント検知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06624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DM自動化ツールが指定キーワード付きのコメントを検知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485132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0016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9744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自動DM送信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商品ページURL付きのDMを即時に自動送信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6606540" y="1778508"/>
            <a:ext cx="182880" cy="146304"/>
          </a:xfrm>
          <a:prstGeom prst="triangl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21424" y="1188720"/>
            <a:ext cx="187452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31152" y="129844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31152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333488" y="1298448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購入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1700784"/>
            <a:ext cx="161848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DMのリンクからECサイトへ。そのまま購入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設計メモ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9992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キーワード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737360" y="299923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①「PF8」②「PF10」③「PF20」④「PF15」（機種ごとに効果を比較）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4015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DM文面例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1737360" y="3401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コメントありがとうございます！全固体モバイルバッテリーの詳細はこちら👇 https://www.ibigblue.co.jp/collections/power-bank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8039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ツール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737360" y="38039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Instagram公式API連携のDM自動化ツール（例：ManyChat など）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206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効果測定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1737360" y="42062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URLにUTMパラメータを付け、企画別のクリック数・購入数を計測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⑤ 知識系：全固体バッテリーって何がすごい？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尺：30〜45秒｜狙い：BigBlueだけの価値「全固体」を知識として伝え、①〜④の購入理由を補強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従来品との違い（動画の中心になる比較図）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2801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1508760"/>
            <a:ext cx="1965960" cy="347472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0" y="1508760"/>
            <a:ext cx="1965960" cy="34747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508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従来のリチウムイオン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5087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全固体（BigBlue）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892808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892808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892808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電解質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1892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可燃性の液体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89280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固体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83080" y="2276856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2276856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2276856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発火リスク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22768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内部短絡で熱暴走のおそれ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227685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構造的に抑制し低減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60904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3080" y="2660904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94760" y="2660904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2660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自己放電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828800" y="26609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約3〜5％／月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266090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1％未満／月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044952"/>
            <a:ext cx="12801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83080" y="3044952"/>
            <a:ext cx="1965960" cy="347472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3044952"/>
            <a:ext cx="1965960" cy="34747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30449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使用温度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0" y="3044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840480" y="30449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-20℃〜+55℃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4747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※「発火しない」ではなく「発火リスクを低減」と表現する（公式FAQ準拠）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035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15087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00:00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15087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「発火のニュース、なぜ起きる？」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035040" y="19659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00:03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9659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液体電解質と熱暴走をイラストで図解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035040" y="24231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00:15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24231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全固体のしくみ＋左の比較図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6035040" y="28803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00:30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防災リュックに入れっぱなしでもOK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035040" y="333756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00:40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33375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コメント→DMで4機種の一覧を案内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この企画の役割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①〜④は機種ごとの魅力、⑤は4機種すべてに共通する「なぜBigBlueを選ぶのか」。最後に自動DMで商品一覧ページへ案内できる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制作スケジュール・進行管理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5156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51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96012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企画・台本作成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96012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0" y="1069848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23760" y="1069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準備中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63624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5506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655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563624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商品手配・撮影準備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15636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1673352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6733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準備中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167128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2585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2258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167128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DM自動化ツールの設定・テスト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16712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1週間（並行）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23760" y="2276856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23760" y="22768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770632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2862072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2862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2770632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撮影実施（各企画）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277063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1〜2週間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2880360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23760" y="2880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374136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346557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94360" y="3465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97280" y="3374136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編集・レビュー・修正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37413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1週間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23760" y="3483864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3483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977640"/>
            <a:ext cx="8229600" cy="512064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" y="406908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097280" y="3977640"/>
            <a:ext cx="4206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投稿開始・効果測定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303520" y="397764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継続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223760" y="4087368"/>
            <a:ext cx="128016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223760" y="4087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予定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成功のカギ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8720" y="12801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828800" y="1234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4機種それぞれの推しを1本1メッセージで描き分ける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88720" y="19659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19202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コメント→自動DMで購入までの導線を最短にする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26517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06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「全固体＝発火リスクを低減」を全企画で一貫して訴求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88720" y="33375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918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冒頭2秒のフックで離脱を防ぎ、テンポよく見せる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88720" y="402336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77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反応を見て、巻末の候補企画を追加・差し替え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企画候補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前回作成した企画（追加・差し替え用）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企画候補一覧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前回の企画はすべてここに残す。本編の反応を見て、次の投稿に追加・差し替える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本編①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1887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PF8 紹介リール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617720" y="11887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名刺サイズ×マグネットを本音トーンで紹介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06640" y="128016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06640" y="1280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本編に採用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7373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本編⑤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7373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知識系：全固体って何がすごい？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173736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従来品との比較図で全固体の価値を伝える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06640" y="182880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18288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本編に採用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2860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候補1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228600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PF10／PF20 まとめ紹介リール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2860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ケーブル内蔵・4台同時充電を2機種まとめて紹介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06640" y="237744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2377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候補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2834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候補2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28346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知識系：モバイルバッテリーの豆知識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617720" y="28346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飛行機・保管・車内放置などQ&amp;Aシリーズ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06640" y="292608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06640" y="2926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候補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3832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候補3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33832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会社紹介：BigBlueってどんな会社？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617720" y="33832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創業2006年・100ヶ国以上の実績と国内サポート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347472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06640" y="34747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候補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3192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4360" y="39319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候補4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393192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知識系：そのほかのテーマ案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4617720" y="393192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防災リュック／温度と電池／安全な選び方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4023360"/>
            <a:ext cx="114300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06640" y="4023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候補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候補1｜PF10／PF20 まとめ紹介リール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尺：約14秒｜テーマ：ケーブル内蔵・最大4台同時充電をテンポよく見せる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参考：@changeguardjp（短尺で機能を3点に絞り、キャプションは絵文字＋1行で訴求）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91640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00:00〜00:02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691640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フック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1691640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「ケーブル、もう持ち歩かない。」背面からケーブルを引き出すカット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121408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00:02〜00:06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121408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内蔵ケーブル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121408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2本を引き出す→使い終わったらカチッと収納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551176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00:06〜00:10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2551176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4台同時充電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66160" y="2551176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スマホ・タブレット・イヤホン・ゲーム機を一気に充電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980944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00:10〜00:12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2980944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安心・見える化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980944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残量の％表示＋「全固体電池で発火リスクを低減」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10712"/>
            <a:ext cx="8229600" cy="429768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410712"/>
            <a:ext cx="1371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00:12〜00:14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3410712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CTA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410712"/>
            <a:ext cx="5029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「コメントで『PF20』→商品URLをDMでお届け」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42062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最後に自動DM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103120" y="4206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コメントで「PF20」と送ると、商品URLをDMで自動送信 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（しくみはP.9）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候補2｜知識系：モバイルバッテリーの豆知識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尺：30〜45秒｜形式：よくある質問に答えるQ&amp;Aシリーズ（参考：Anker「モバイルバッテリーの豆知識」）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構成（1本1テーマ）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636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00:00〜00:03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質問フック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5087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「モバイルバッテリー、飛行機に持ち込める？」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2494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00:03〜00:20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回答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1945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図解テロップで結論→理由の順に説明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9352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00:20〜00:27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154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＋α豆知識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28803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知っていると得する補足をひとつ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3931920" cy="603504"/>
          </a:xfrm>
          <a:prstGeom prst="roundRect">
            <a:avLst>
              <a:gd name="adj" fmla="val 121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362102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00:27〜00:30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840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クロージング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874520" y="3566160"/>
            <a:ext cx="2423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「全固体ならさらに安心」＋フォロー・保存を促す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シリーズ化するテーマ案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819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663440" y="1581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150876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飛行機に持ち込める？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120640" y="175564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預け荷物はNG。機内持ち込みは容量（Wh）を確認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13055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6344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0" y="205740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長期保管は何％がいい？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120640" y="230428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60〜80％が目安。0％や満充電で放置しない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267919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6344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20640" y="2606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夏の車内に置きっぱなしは？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285292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高温は劣化・発熱の原因。車内放置はNG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22783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3227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315468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PSEマークってなに？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120640" y="340156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国内で販売するために必要な安全基準のマーク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377647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66344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Q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120640" y="37033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10000mAhでスマホ何回分？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5120640" y="3950208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変換ロスがあるので表記容量の約6割が目安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候補3｜会社紹介：BigBlueってどんな会社？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尺：30〜45秒｜テーマ：実績と国内サポートで「安心して買えるメーカー」を伝える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2006年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創業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100ヶ国+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で製品が愛用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5488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500万枚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ソーラーパネル累計販売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0" y="12435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5拠点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7556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自社工場ネットワーク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撮影シーン構成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33472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① フック「このモバイルバッテリー、どこの会社？」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② 創業・実績の数字をテロップで見せる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③ 開発・製造・物流まで自社で一貫管理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④ 東京本社と宇都宮のアフターサービスセンター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⑤ 「日本初の全固体モバイルバッテリー」で締める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強調ポイント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633472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accent2"/>
                </a:solidFill>
              </a:rPr>
              <a:t>◆ 理念「高性能・革新性・統合型ソリューションで、より豊かな生活を」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◆ 日常と非常時の境目をなくす「フェーズフリー」設計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◆ 24ヶ月保証・日本人サポート・国内倉庫発送・無償回収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5537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出典：Bigblue Tech株式会社 企業情報ページ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候補4｜知識系：そのほかのテーマ案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反応を見ながらシリーズ化。季節やニュースに合わせて投稿タイミングを調整する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防災リュックに入れるならどれ？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自己放電1%未満で“入れっぱなし”でも電池が減りにくい。日常使いと防災を兼ねる「フェーズフリー」の考え方を紹介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投稿時期：防災の日（9/1）・台風シーズン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73552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144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8144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38144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寒さ・暑さとバッテリーの関係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冬の雪山やスキー場、夏のイベント会場でもバッテリーが使える？ マイナス20℃〜55℃の使用温度を実演で検証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投稿時期：冬のレジャー前・真夏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9904" y="1234440"/>
            <a:ext cx="2596896" cy="329184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3990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196596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安全なモバイルバッテリーの選び方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606040"/>
            <a:ext cx="22677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PSEマーク・保護回路・保証期間など、買う前に見るべき3つのポイント。最後に全固体という選択肢を提示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402336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投稿時期：新生活・旅行シーズン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gBlue Mobile Battery">
  <a:themeElements>
    <a:clrScheme name="BigBlue Mobile Battery">
      <a:dk1>
        <a:srgbClr val="2C3E50"/>
      </a:dk1>
      <a:lt1>
        <a:srgbClr val="FFFFFF"/>
      </a:lt1>
      <a:dk2>
        <a:srgbClr val="1F497D"/>
      </a:dk2>
      <a:lt2>
        <a:srgbClr val="ECF0F1"/>
      </a:lt2>
      <a:accent1>
        <a:srgbClr val="1F497D"/>
      </a:accent1>
      <a:accent2>
        <a:srgbClr val="E74C3C"/>
      </a:accent2>
      <a:accent3>
        <a:srgbClr val="2E86DE"/>
      </a:accent3>
      <a:accent4>
        <a:srgbClr val="34495E"/>
      </a:accent4>
      <a:accent5>
        <a:srgbClr val="FFD24C"/>
      </a:accent5>
      <a:accent6>
        <a:srgbClr val="27AE60"/>
      </a:accent6>
      <a:hlink>
        <a:srgbClr val="2E86DE"/>
      </a:hlink>
      <a:folHlink>
        <a:srgbClr val="1F497D"/>
      </a:folHlink>
    </a:clrScheme>
    <a:fontScheme name="BigBlue Mobile Battery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BigBlue 全固体モバイルバッテリー 動画企画</dc:title>
  <dc:subject>PptxGenJS Presentation</dc:subject>
  <dc:creator>PptxGenJS</dc:creator>
  <cp:lastModifiedBy>PptxGenJS</cp:lastModifiedBy>
  <cp:revision>1</cp:revision>
  <dcterms:created xsi:type="dcterms:W3CDTF">2026-10-09T10:03:19Z</dcterms:created>
  <dcterms:modified xsi:type="dcterms:W3CDTF">2026-10-09T10:03:19Z</dcterms:modified>
</cp:coreProperties>
</file>