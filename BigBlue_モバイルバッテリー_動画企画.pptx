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・概要" id="{81ef74df-0bf7-8c5a-80c5-910d503794a3}">
          <p14:sldIdLst>
            <p14:sldId id="256"/>
            <p14:sldId id="257"/>
            <p14:sldId id="258"/>
            <p14:sldId id="259"/>
          </p14:sldIdLst>
        </p14:section>
        <p14:section name="商品紹介" id="{5825ba3c-ae6a-6543-c297-e5cf48f1b7d8}">
          <p14:sldIdLst>
            <p14:sldId id="260"/>
            <p14:sldId id="261"/>
            <p14:sldId id="262"/>
          </p14:sldIdLst>
        </p14:section>
        <p14:section name="知識系・会社紹介" id="{2bd34682-c6b4-fb95-750e-4e0294256985}">
          <p14:sldIdLst>
            <p14:sldId id="263"/>
            <p14:sldId id="264"/>
            <p14:sldId id="265"/>
            <p14:sldId id="266"/>
          </p14:sldIdLst>
        </p14:section>
        <p14:section name="進行・まとめ" id="{01018acd-6073-8bad-2f13-1bce88c35ffd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BigBlue 全固体モバイルバッテリー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SNS動画企画プレゼンテーション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Instagramリール／YouTubeショート　全5企画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企画概要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プロジェクト名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96012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BigBlue 全固体モバイルバッテリー（PF8／PF10／PF20）SNS動画施策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ターゲット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32588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毎日スマホを持ち歩く20〜40代、通勤・旅行が多い人、防災意識の高い家族層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目的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69164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商品認知の拡大、DM経由のECサイト送客・購入、「全固体＝安全」のブランド想起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0574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動画企画本数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205740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全5企画（商品紹介×2／知識系×2／会社紹介×1）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主なポイント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852928"/>
            <a:ext cx="8138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✓ 15秒前後のテンポ重視リールで「欲しい」を一瞬でつくる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✓ コメント→自動DMで商品URLを届け、購入までの導線を最短に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✓ 知識系で保存・シェアを獲得し、フォロワーとの信頼を蓄積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✓ 「発火しにくい全固体電池」という独自価値を全企画で一貫して訴求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✓ 会社の実績・24ヶ月保証・国内サポートで購入前の不安を解消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動画企画一覧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536192" cy="36118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0698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①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27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商品紹介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013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PF8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33172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名刺サイズ×マグネットのワイヤレス充電を本音トーンで紹介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749040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尺：約15秒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4050792"/>
            <a:ext cx="1316736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405079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自動DMで商品URL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39696" y="960120"/>
            <a:ext cx="1536192" cy="36118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49424" y="10698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249424" y="1527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商品紹介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49424" y="18013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PF10／PF20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249424" y="233172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ケーブル内蔵・最大4台同時充電をテンポよく実演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249424" y="3749040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尺：約15秒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49424" y="4050792"/>
            <a:ext cx="1316736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49424" y="405079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自動DMで商品URL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22192" y="960120"/>
            <a:ext cx="1536192" cy="36118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10698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③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1527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知識系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18013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豆知識Q&amp;A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233172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よくある疑問に答えるシリーズで保存・シェアを獲得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3749040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尺：30〜45秒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04688" y="960120"/>
            <a:ext cx="1536192" cy="36118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14416" y="10698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④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614416" y="1527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会社紹介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614416" y="18013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BigBlueとは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614416" y="233172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創業2006年・100ヶ国以上の実績で「安心して買える」を伝える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614416" y="3749040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尺：30〜45秒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87184" y="960120"/>
            <a:ext cx="1536192" cy="36118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96912" y="10698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⑤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7296912" y="1527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知識系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296912" y="18013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全固体って何？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296912" y="233172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従来品との違いを図解し、商品の価値を“知識”として届ける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296912" y="3749040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尺：30〜45秒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紹介する商品：BigBlue 全固体モバイルバッテリー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96896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051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PF8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09728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¥7,980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53619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8,000mAh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901952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名刺サイズ（約100×65×14mm）・約170g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マグネット式ワイヤレス＋USB-Cで2台同時充電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ホワイト／ブラック／パステルブルー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73552" y="914400"/>
            <a:ext cx="2596896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38144" y="1051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PF10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109728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¥8,980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38144" y="153619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10,000mAh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38144" y="1901952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USB-Cケーブルを背面に2本内蔵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最大4台同時充電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残量を％でデジタル表示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9904" y="914400"/>
            <a:ext cx="2596896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4496" y="1051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PF20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370064" y="109728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¥9,980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54496" y="153619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20,000mAh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1901952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PF10と同じ内蔵ケーブル・4台同時充電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大容量で旅行・防災備蓄に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残量を％でデジタル表示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全モデル共通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04488"/>
            <a:ext cx="155448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" y="39044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全固体電池で発火リスクを低減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21408" y="3904488"/>
            <a:ext cx="155448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76272" y="39044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PD20W急速充電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85616" y="3904488"/>
            <a:ext cx="155448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40480" y="39044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-20〜+55℃対応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49824" y="3904488"/>
            <a:ext cx="155448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04688" y="39044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自己放電1%未満／月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14032" y="3904488"/>
            <a:ext cx="155448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68896" y="39044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24ヶ月メーカー保証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5537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出典：BigBlue公式サイト（価格は税込・掲載時点）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① PF8 紹介リール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尺：約15秒｜テーマ：名刺サイズ×マグネットで「持っているのを忘れる」モバイルバッテリー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参考：@minchi_pooh（一人称の本音トーン＋キャプションに商品詳細を箇条書き）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撮影の流れ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8745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80136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180136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あるある悩み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2203704"/>
            <a:ext cx="16184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「モバイルバッテリー、重いし発火ニュースも怖い…」と本音でつぶやく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 rot="5400000">
            <a:off x="2363724" y="2350008"/>
            <a:ext cx="182880" cy="146304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78608" y="1691640"/>
            <a:ext cx="18745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88336" y="180136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88336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090672" y="180136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ピタッと装着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06624" y="2203704"/>
            <a:ext cx="16184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スマホ背面にPF8をマグネット装着。名刺と並べてサイズ感を見せる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rot="5400000">
            <a:off x="4485132" y="2350008"/>
            <a:ext cx="182880" cy="146304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0016" y="1691640"/>
            <a:ext cx="18745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9744" y="180136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9744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180136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特長テロップ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28032" y="2203704"/>
            <a:ext cx="16184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全固体で安心／ワイヤレス＋有線で2台同時／3色展開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rot="5400000">
            <a:off x="6606540" y="2350008"/>
            <a:ext cx="182880" cy="146304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21424" y="1691640"/>
            <a:ext cx="18745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31152" y="180136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31152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333488" y="180136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CTA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2203704"/>
            <a:ext cx="16184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「欲しい人はコメントで『PF8』って送ってね」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重要ポイント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5844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キャプションに容量・価格・カラー・購入方法を箇条書きで記載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冒頭2秒で「小ささ」が伝わるカットから入る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4206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最後に自動DM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103120" y="4206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コメントで「PF8」と送ると、商品URLをDMで自動送信 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（詳細はP.7）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② PF10／PF20 紹介リール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尺：約14秒｜テーマ：ケーブル内蔵・最大4台同時充電をテンポよく見せる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参考：@changeguardjp（短尺で機能を3点に絞り、キャプションは絵文字＋1行で訴求）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構成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4297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91640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00:00〜00:02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691640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フック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691640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「ケーブル、もう持ち歩かない。」背面からケーブルを引き出すカット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21408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00:02〜00:06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2121408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内蔵ケーブル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121408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2本を引き出す→使い終わったらカチッと収納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51176"/>
            <a:ext cx="8229600" cy="4297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551176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00:06〜00:10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2551176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4台同時充電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55117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スマホ・タブレット・イヤホン・ゲーム機を一気に充電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980944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00:10〜00:12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2980944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安心・見える化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2980944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残量の％表示＋「全固体電池で発火リスクを低減」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10712"/>
            <a:ext cx="8229600" cy="4297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410712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00:12〜00:14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3410712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CTA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3410712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「コメントで『PF20』→商品URLをDMでお届け」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206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最後に自動DM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103120" y="4206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コメントで「PF20」と送ると、商品URLをDMで自動送信 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（詳細はP.7）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①② 共通：コメント→自動DMで商品URLを送るしくみ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動画を見た「欲しい」の熱量が冷める前に、購入ページへ直接案内する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745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129844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CTA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700784"/>
            <a:ext cx="16184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動画の最後とキャプションで「コメントで『PF8』と送ってね」と案内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rot="5400000">
            <a:off x="2363724" y="1778508"/>
            <a:ext cx="182880" cy="146304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78608" y="1188720"/>
            <a:ext cx="18745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88336" y="129844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88336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090672" y="129844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コメント検知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706624" y="1700784"/>
            <a:ext cx="16184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DM自動化ツールが指定キーワード付きのコメントを検知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5400000">
            <a:off x="4485132" y="1778508"/>
            <a:ext cx="182880" cy="146304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0016" y="1188720"/>
            <a:ext cx="18745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9744" y="129844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9744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129844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自動DM送信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28032" y="1700784"/>
            <a:ext cx="16184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商品ページURL付きのDMを即時に自動送信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 rot="5400000">
            <a:off x="6606540" y="1778508"/>
            <a:ext cx="182880" cy="146304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21424" y="1188720"/>
            <a:ext cx="18745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31152" y="129844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31152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333488" y="129844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購入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1700784"/>
            <a:ext cx="16184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DMのリンクからECサイトへ。そのまま購入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設計メモ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2999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キーワード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737360" y="29992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①「PF8」／②「PF20」（企画ごとに分けて効果を比較）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4015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DM文面例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737360" y="3401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コメントありがとうございます！全固体モバイルバッテリーの詳細はこちら👇 https://www.ibigblue.co.jp/collections/power-bank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8039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ツール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737360" y="380390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Instagram公式API連携のDM自動化ツール（例：ManyChat など）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206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効果測定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737360" y="4206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URLにUTMパラメータを付け、企画別のクリック数・購入数を計測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③ 知識系：モバイルバッテリーの豆知識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尺：30〜45秒｜形式：よくある質問に答えるQ&amp;Aシリーズ（参考：Anker「モバイルバッテリーの豆知識」）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構成（1本1テーマ）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636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00:00〜00:03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質問フック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1508760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「モバイルバッテリー、飛行機に持ち込める？」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93192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2494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00:03〜00:20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回答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194560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図解テロップで結論→理由の順に説明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93192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9352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00:20〜00:27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＋α豆知識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2880360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知っていると得する補足をひとつ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393192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6210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00:27〜00:30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クロージング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874520" y="3566160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「全固体ならさらに安心」＋フォロー・保存を促す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シリーズ化するテーマ案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58191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150876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飛行機に持ち込める？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175564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預け荷物はNG。機内持ち込みは容量（Wh）を確認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13055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344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205740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長期保管は何％がいい？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230428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60〜80％が目安。0％や満充電で放置しない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67919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63440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120640" y="260604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夏の車内に置きっぱなしは？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120640" y="285292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高温は劣化・発熱の原因。車内放置はNG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2278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6344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120640" y="315468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PSEマークってなに？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340156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国内で販売するために必要な安全基準のマーク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77647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663440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120640" y="370332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10000mAhでスマホ何回分？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120640" y="395020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変換ロスがあるので表記容量の約6割が目安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④ 会社紹介：BigBlueってどんな会社？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尺：30〜45秒｜テーマ：実績と国内サポートで「安心して買えるメーカー」を伝える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435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2006年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55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創業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2435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100ヶ国+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755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で製品が愛用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2435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500万枚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755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ソーラーパネル累計販売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18872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2435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5拠点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1755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自社工場ネットワーク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撮影シーン構成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633472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① フック「このモバイルバッテリー、どこの会社？」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② 創業・実績の数字をテロップで見せる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③ 開発・製造・物流まで自社で一貫管理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④ 東京本社と宇都宮のアフターサービスセンター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⑤ 「日本初の全固体モバイルバッテリー」で締める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強調ポイント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633472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</a:rPr>
              <a:t>◆ 理念「高性能・革新性・統合型ソリューションで、より豊かな生活を」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◆ 日常と非常時の境目をなくす「フェーズフリー」設計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◆ 24ヶ月保証・日本人サポート・国内倉庫発送・無償回収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5537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出典：Bigblue Tech株式会社 企業情報ページ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⑤ 知識系（提案）：全固体バッテリーって何がすごい？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尺：30〜45秒｜狙い：BigBlueだけの価値「全固体」を知識として伝え、①②の購入理由を補強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従来品との違い（動画の中心になる比較図）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2801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3080" y="1508760"/>
            <a:ext cx="1965960" cy="34747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0" y="1508760"/>
            <a:ext cx="1965960" cy="3474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5087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15087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従来のリチウムイオン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5087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全固体（BigBlue）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92808"/>
            <a:ext cx="128016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83080" y="1892808"/>
            <a:ext cx="196596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94760" y="1892808"/>
            <a:ext cx="1965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18928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電解質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18928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可燃性の液体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18928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固体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276856"/>
            <a:ext cx="128016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83080" y="2276856"/>
            <a:ext cx="196596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4760" y="2276856"/>
            <a:ext cx="1965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27685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発火リスク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227685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内部短絡で熱暴走のおそれ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27685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構造的に抑制し低減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660904"/>
            <a:ext cx="128016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83080" y="2660904"/>
            <a:ext cx="196596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94760" y="2660904"/>
            <a:ext cx="1965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66090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自己放電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828800" y="266090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約3〜5％／月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840480" y="266090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1％未満／月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044952"/>
            <a:ext cx="128016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83080" y="3044952"/>
            <a:ext cx="196596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94760" y="3044952"/>
            <a:ext cx="1965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304495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使用温度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828800" y="304495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—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840480" y="304495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-20℃〜+55℃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34747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2"/>
                </a:solidFill>
              </a:rPr>
              <a:t>※「発火しない」ではなく「発火リスクを低減」と表現する（公式FAQ準拠）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0350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構成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035040" y="150876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00:00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629400" y="15087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「発火のニュース、なぜ起きる？」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035040" y="196596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00:03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9659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液体電解質と熱暴走をイラストで図解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035040" y="242316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00:15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24231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全固体のしくみ＋左の比較図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035040" y="288036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00:30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629400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防災リュックに入れっぱなしでもOK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035040" y="333756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00:40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629400" y="33375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コメント→DMでPF8/PF20を案内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この案をおすすめする理由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③は一般的な豆知識で間口を広げ、⑤は「なぜBigBlueを選ぶのか」に直結する知識。最後に自動DMを付けて購入にもつなげられる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⑤ 知識系：そのほかのテーマ案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反応を見ながらシリーズ化。季節やニュースに合わせて投稿タイミングを調整する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96896" cy="329184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9659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防災リュックに入れるならどれ？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606040"/>
            <a:ext cx="22677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自己放電1%未満で“入れっぱなし”でも電池が減りにくい。日常使いと防災を兼ねる「フェーズフリー」の考え方を紹介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40233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投稿時期：防災の日（9/1）・台風シーズン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73552" y="1234440"/>
            <a:ext cx="2596896" cy="329184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38144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38144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38144" y="19659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寒さ・暑さとバッテリーの関係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38144" y="2606040"/>
            <a:ext cx="22677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冬の雪山やスキー場、夏のイベント会場でもバッテリーが使える？ マイナス20℃〜55℃の使用温度を実演で検証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438144" y="40233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投稿時期：冬のレジャー前・真夏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9904" y="1234440"/>
            <a:ext cx="2596896" cy="329184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4496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54496" y="19659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安全なモバイルバッテリーの選び方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2606040"/>
            <a:ext cx="22677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PSEマーク・保護回路・保証期間など、買う前に見るべき3つのポイント。最後に全固体という選択肢を提示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40233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投稿時期：新生活・旅行シーズン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制作スケジュール・進行管理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5156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96012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企画・台本作成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9601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1週間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23760" y="1069848"/>
            <a:ext cx="1280160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23760" y="1069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準備中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63624"/>
            <a:ext cx="822960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65506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655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56362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商品手配・撮影準備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156362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1週間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23760" y="1673352"/>
            <a:ext cx="1280160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16733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準備中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67128"/>
            <a:ext cx="822960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2585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16712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DM自動化ツールの設定・テスト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16712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1週間（並行）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23760" y="2276856"/>
            <a:ext cx="128016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23760" y="22768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予定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770632"/>
            <a:ext cx="822960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86207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2770632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撮影実施（各企画）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277063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1〜2週間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23760" y="2880360"/>
            <a:ext cx="128016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23760" y="28803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予定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374136"/>
            <a:ext cx="822960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346557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" y="337413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編集・レビュー・修正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303520" y="337413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1週間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23760" y="3483864"/>
            <a:ext cx="128016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23760" y="3483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予定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977640"/>
            <a:ext cx="822960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" y="406908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436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097280" y="397764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投稿開始・効果測定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303520" y="397764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継続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23760" y="4087368"/>
            <a:ext cx="128016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223760" y="40873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予定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成功のカギ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12801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234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冒頭2秒のフックで離脱を防ぐ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88720" y="19659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920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コメント→自動DMで購入までの導線を最短にする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88720" y="26517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606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「全固体＝発火リスクを低減」を全企画で一貫して訴求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188720" y="33375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知識系で保存・シェアを獲得し、フォロワーを育てる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188720" y="40233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977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会社の実績・24ヶ月保証で購入前の不安を解消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gBlue Mobile Battery">
  <a:themeElements>
    <a:clrScheme name="BigBlue Mobile Battery">
      <a:dk1>
        <a:srgbClr val="2C3E50"/>
      </a:dk1>
      <a:lt1>
        <a:srgbClr val="FFFFFF"/>
      </a:lt1>
      <a:dk2>
        <a:srgbClr val="1F497D"/>
      </a:dk2>
      <a:lt2>
        <a:srgbClr val="ECF0F1"/>
      </a:lt2>
      <a:accent1>
        <a:srgbClr val="1F497D"/>
      </a:accent1>
      <a:accent2>
        <a:srgbClr val="E74C3C"/>
      </a:accent2>
      <a:accent3>
        <a:srgbClr val="2E86DE"/>
      </a:accent3>
      <a:accent4>
        <a:srgbClr val="34495E"/>
      </a:accent4>
      <a:accent5>
        <a:srgbClr val="FFD24C"/>
      </a:accent5>
      <a:accent6>
        <a:srgbClr val="27AE60"/>
      </a:accent6>
      <a:hlink>
        <a:srgbClr val="2E86DE"/>
      </a:hlink>
      <a:folHlink>
        <a:srgbClr val="1F497D"/>
      </a:folHlink>
    </a:clrScheme>
    <a:fontScheme name="BigBlue Mobile Battery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BigBlue 全固体モバイルバッテリー 動画企画</dc:title>
  <dc:subject>PptxGenJS Presentation</dc:subject>
  <dc:creator>PptxGenJS</dc:creator>
  <cp:lastModifiedBy>PptxGenJS</cp:lastModifiedBy>
  <cp:revision>1</cp:revision>
  <dcterms:created xsi:type="dcterms:W3CDTF">2026-10-08T02:34:37Z</dcterms:created>
  <dcterms:modified xsi:type="dcterms:W3CDTF">2026-10-08T02:34:37Z</dcterms:modified>
</cp:coreProperties>
</file>